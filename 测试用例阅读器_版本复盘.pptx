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失败数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FFFFFF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ros测试整机用例</c:v>
                </c:pt>
                <c:pt idx="1">
                  <c:v>业务功能</c:v>
                </c:pt>
                <c:pt idx="2">
                  <c:v>多机调度功能</c:v>
                </c:pt>
                <c:pt idx="3">
                  <c:v>290新增功能用例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CADCFC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092d449-750e-407e-a65c-6cd20563886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4937760" cy="4937760"/>
          </a:xfrm>
          <a:prstGeom prst="ellipse">
            <a:avLst/>
          </a:prstGeom>
          <a:ln w="1778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754880"/>
            <a:ext cx="2286000" cy="2286000"/>
          </a:xfrm>
          <a:prstGeom prst="ellipse">
            <a:avLst/>
          </a:prstGeom>
          <a:ln w="13970">
            <a:solidFill>
              <a:srgbClr val="14C4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5120640"/>
            <a:ext cx="3108960" cy="3108960"/>
          </a:xfrm>
          <a:prstGeom prst="ellipse">
            <a:avLst/>
          </a:prstGeom>
          <a:ln w="1524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 w="9525">
            <a:solidFill>
              <a:srgbClr val="1C5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3200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D8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配送业务线 · 测试内部复盘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084832"/>
            <a:ext cx="10515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44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版本复盘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3218688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9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围绕「缺陷漏测」与「排期失准」两大问题，回顾以测试用例阅读器为抓手的工具与流程双线改进，并明确下一版本方向。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4343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0223A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3434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复盘日期：2026-08-03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0223A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3434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434340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0223A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43434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版本周期：2026-07 ～ 2026-08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4343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0223A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15984" y="43434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覆盖产线：</a:t>
            </a:r>
            <a:r>
              <a:rPr lang="zh-CN" altLang="en-US" sz="11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</a:t>
            </a:r>
            <a:endParaRPr lang="zh-CN" altLang="en-US" sz="1100" dirty="0">
              <a:solidFill>
                <a:srgbClr val="CADCF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60533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内部资料 · 测试组复盘会使用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复盘背景：本周期暴露的两大问题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依据《问题复盘.xlsx》记录 —— 一个指向测试执行方式，一个指向测试过程管理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532120" cy="3950208"/>
          </a:xfrm>
          <a:prstGeom prst="roundRect">
            <a:avLst>
              <a:gd name="adj" fmla="val 162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298448"/>
            <a:ext cx="5422392" cy="73152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10" name="Shape 8"/>
          <p:cNvSpPr/>
          <p:nvPr/>
        </p:nvSpPr>
        <p:spPr>
          <a:xfrm>
            <a:off x="731520" y="157276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72768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问题一 · 缺陷漏测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084832"/>
            <a:ext cx="4983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关键帧重定位功能丢失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44368"/>
            <a:ext cx="498348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测试用例整表显示太杂，导致用例理解错误——将「重定位」测成了「初始定位」，重定位功能缺陷漏测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改进措施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49834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使用用例阅读器工具，将用例拆解为一条一条独立执行，从根源规避相似用例混淆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1298448"/>
            <a:ext cx="5532120" cy="3950208"/>
          </a:xfrm>
          <a:prstGeom prst="roundRect">
            <a:avLst>
              <a:gd name="adj" fmla="val 162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298448"/>
            <a:ext cx="5422392" cy="73152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9" name="Shape 17"/>
          <p:cNvSpPr/>
          <p:nvPr/>
        </p:nvSpPr>
        <p:spPr>
          <a:xfrm>
            <a:off x="6473952" y="157276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572768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21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问题二 · 排期失准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73952" y="2084832"/>
            <a:ext cx="4983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测试排期不准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73952" y="26517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根因分析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2944368"/>
            <a:ext cx="498348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1、rc 版本间出现重大问题未及时打回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2、测试内容评估不准，导致时间不足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改进措施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3952" y="4315968"/>
            <a:ext cx="49834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1、重大问题直接版本打回，不再接受 test 包测试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2、人力排期表格记录每日投入，建立时间评估体系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0E2A38"/>
          </a:solidFill>
          <a:ln w="12700">
            <a:solidFill>
              <a:srgbClr val="1C5A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22976"/>
            <a:ext cx="64008" cy="786384"/>
          </a:xfrm>
          <a:prstGeom prst="rect">
            <a:avLst/>
          </a:prstGeom>
          <a:solidFill>
            <a:srgbClr val="14C4AC"/>
          </a:solidFill>
        </p:spPr>
      </p:sp>
      <p:sp>
        <p:nvSpPr>
          <p:cNvPr id="28" name="Text 26"/>
          <p:cNvSpPr/>
          <p:nvPr/>
        </p:nvSpPr>
        <p:spPr>
          <a:xfrm>
            <a:off x="777240" y="5468112"/>
            <a:ext cx="107899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复盘结论：</a:t>
            </a:r>
            <a:r>
              <a:rPr lang="en-US" sz="1250" dirty="0">
                <a:solidFill>
                  <a:srgbClr val="CFE3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问题一本质是「执行介质」问题——大表 Excel 不适合逐条精细执行；问题二本质是「过程度量」缺失——无打回红线、无人力基线。由此确立 </a:t>
            </a:r>
            <a:r>
              <a:rPr lang="en-US" sz="12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工具侧 + 流程侧</a:t>
            </a:r>
            <a:r>
              <a:rPr lang="en-US" sz="1250" dirty="0">
                <a:solidFill>
                  <a:srgbClr val="CFE3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双线改进。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项目全景：测试用例阅读器是什么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Flask + openpyxl 轻量 Web 工具，把 Excel 用例变成可交互执行界面 —— Excel 始终是唯一数据源，轻量零迁移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591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5910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1572768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Sheet 自动分类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按表头自动区分功能 / 场景 / 矩阵 / 信息页，可执行与只读分流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1353312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591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5910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1572768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通用列解析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5424" y="2157984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表头名 + 同义词别名解析列，兼容多种表头布局，不依赖固定列序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1353312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1591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5910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42832" y="1572768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逐条执行四态标记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57616" y="2157984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四态标记 PASS/FAIL/BLOCK/跳过，记录现象 / 时间 / BugID / 测试人员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33467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3467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8448" y="3328416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键盘流水线操作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913632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←/→ 切换用例、1/2/3/4 快捷标记、一键跳转下一条未测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9392" y="3108960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33467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33467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0640" y="3328416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多轮次结果列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35424" y="3913632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rc9 / rc10 / rc11 独立结果列，＋新建列即开新一轮测试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01584" y="3108960"/>
            <a:ext cx="3630168" cy="1572768"/>
          </a:xfrm>
          <a:prstGeom prst="roundRect">
            <a:avLst>
              <a:gd name="adj" fmla="val 407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9328" y="33467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2A38"/>
          </a:solidFill>
          <a:ln w="12700">
            <a:solidFill>
              <a:srgbClr val="14C4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33467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42832" y="3328416"/>
            <a:ext cx="26243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原子写回 + 自动备份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57616" y="3913632"/>
            <a:ext cx="3118104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临时文件原子替换原 xlsx，线程锁防并发，自动备份最近 10 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11274552" cy="1444752"/>
          </a:xfrm>
          <a:prstGeom prst="roundRect">
            <a:avLst>
              <a:gd name="adj" fmla="val 4430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01091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 · 后端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31520" y="5321808"/>
            <a:ext cx="352044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/ Flask / openpyxl（版本锁定）/ Pillow 保留内嵌图片 / waitress 生产服务 / xlrd 旧格式转换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34840" y="501091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 · 前端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434840" y="5321808"/>
            <a:ext cx="352044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 HTML + CSS + JavaScript 单页应用，无框架依赖，双击启动脚本一键运行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38160" y="501091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质量与规模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138160" y="5321808"/>
            <a:ext cx="352044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单元测试 433 行推送前必跑 · 11 个 REST API · 代码约 5,689 行（后端 1,685 / 前端 3,571）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实战成效：真实版本跑出来的数据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已承接餐饮 / 酒店 / 配送多机三条产线的测试执行，以下为完整实测样本数据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79192" cy="1060704"/>
          </a:xfrm>
          <a:prstGeom prst="roundRect">
            <a:avLst>
              <a:gd name="adj" fmla="val 6034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396</a:t>
            </a:r>
            <a:r>
              <a:rPr lang="en-US" sz="1200" b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条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餐饮Ros v2.10.0 单文件用例量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298448"/>
            <a:ext cx="2679192" cy="1060704"/>
          </a:xfrm>
          <a:prstGeom prst="roundRect">
            <a:avLst>
              <a:gd name="adj" fmla="val 6034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8988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92%</a:t>
            </a:r>
            <a:r>
              <a:rPr lang="en-US" sz="1200" b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执行完成率（366 / 396）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298448"/>
            <a:ext cx="2679192" cy="1060704"/>
          </a:xfrm>
          <a:prstGeom prst="roundRect">
            <a:avLst>
              <a:gd name="adj" fmla="val 6034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38988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r>
              <a:rPr lang="en-US" sz="1200" b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Sheet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82512" y="1920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多机配送用例（合并版）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43416" y="1298448"/>
            <a:ext cx="2679192" cy="1060704"/>
          </a:xfrm>
          <a:prstGeom prst="roundRect">
            <a:avLst>
              <a:gd name="adj" fmla="val 6034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138988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en-US" sz="1200" b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条产线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244584" y="19202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餐饮 / 酒店 / 配送多机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5394960" cy="3703320"/>
          </a:xfrm>
          <a:prstGeom prst="roundRect">
            <a:avLst>
              <a:gd name="adj" fmla="val 1728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734056"/>
            <a:ext cx="488289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餐饮 Ros v2.10.0 执行完成度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172968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92%</a:t>
            </a:r>
            <a:r>
              <a:rPr lang="en-US" sz="1600" b="1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已完成 366 / 396</a:t>
            </a:r>
            <a:endParaRPr lang="en-US" sz="5800" dirty="0"/>
          </a:p>
        </p:txBody>
      </p:sp>
      <p:sp>
        <p:nvSpPr>
          <p:cNvPr id="23" name="Shape 21"/>
          <p:cNvSpPr/>
          <p:nvPr/>
        </p:nvSpPr>
        <p:spPr>
          <a:xfrm>
            <a:off x="749808" y="4361688"/>
            <a:ext cx="4809744" cy="4023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4" name="Shape 22"/>
          <p:cNvSpPr/>
          <p:nvPr/>
        </p:nvSpPr>
        <p:spPr>
          <a:xfrm>
            <a:off x="749808" y="4361688"/>
            <a:ext cx="4445369" cy="402336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25" name="Shape 23"/>
          <p:cNvSpPr/>
          <p:nvPr/>
        </p:nvSpPr>
        <p:spPr>
          <a:xfrm>
            <a:off x="749808" y="5010912"/>
            <a:ext cx="146304" cy="146304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26" name="Text 24"/>
          <p:cNvSpPr/>
          <p:nvPr/>
        </p:nvSpPr>
        <p:spPr>
          <a:xfrm>
            <a:off x="969264" y="49377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 366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04288" y="5010912"/>
            <a:ext cx="146304" cy="146304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8" name="Text 26"/>
          <p:cNvSpPr/>
          <p:nvPr/>
        </p:nvSpPr>
        <p:spPr>
          <a:xfrm>
            <a:off x="2523744" y="493776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未测 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5349240"/>
            <a:ext cx="4809744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已完成中含失败 37 条（见右侧 TOP4）· 数据为工具仪表盘实测口径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2606040"/>
            <a:ext cx="5586984" cy="3703320"/>
          </a:xfrm>
          <a:prstGeom prst="roundRect">
            <a:avLst>
              <a:gd name="adj" fmla="val 1728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734056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失败集中模块 TOP4（定位问题所在）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281928" y="3063240"/>
          <a:ext cx="5312664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6400800" y="5687568"/>
            <a:ext cx="5074920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失败高度集中在定位类整机用例 —— 与问题一「重定位漏测」相互印证：相似用例必须逐条精细执行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工具效果：逐条执行 × 质量仪表盘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真实浏览器截图（餐饮 Ros v2.10.0 · 396 条实测环境）</a:t>
            </a:r>
            <a:endParaRPr lang="en-US" sz="1150" dirty="0"/>
          </a:p>
        </p:txBody>
      </p:sp>
      <p:pic>
        <p:nvPicPr>
          <p:cNvPr id="8" name="Image 0" descr="C:\Users\xiaofeng.wu\.qoderworkcn\workspace\msd0p996nztlcjiw\pptbuild\shot_exe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486400" cy="3084594"/>
          </a:xfrm>
          <a:prstGeom prst="rect">
            <a:avLst/>
          </a:prstGeom>
        </p:spPr>
      </p:pic>
      <p:pic>
        <p:nvPicPr>
          <p:cNvPr id="9" name="Image 1" descr="C:\Users\xiaofeng.wu\.qoderworkcn\workspace\msd0p996nztlcjiw\pptbuild\shot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98448"/>
            <a:ext cx="5486400" cy="3084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529346"/>
            <a:ext cx="54864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逐条执行卡片　</a:t>
            </a:r>
            <a:r>
              <a:rPr lang="en-US" sz="110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大标题唯一聚焦 + 前置 / 步骤 / 预期结构化，「初始定位」与「重定位」边界一目了然，直击问题一根因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45352" y="4529346"/>
            <a:ext cx="54864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执行仪表盘（v2.1 新增）　</a:t>
            </a:r>
            <a:r>
              <a:rPr lang="en-US" sz="110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环形图四态占比 + 失败集中模块 TOP4，负责人一眼看清：测到哪了、挂了多少、挂在哪个模块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问题复盘：根因与改进措施台账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《问题复盘.xlsx》原始记录（经验沉淀列为本次复盘补充提炼）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16736"/>
          <a:ext cx="11274552" cy="2944368"/>
        </p:xfrm>
        <a:graphic>
          <a:graphicData uri="http://schemas.openxmlformats.org/drawingml/2006/table">
            <a:tbl>
              <a:tblPr/>
              <a:tblGrid>
                <a:gridCol w="1920240"/>
                <a:gridCol w="3520440"/>
                <a:gridCol w="3886200"/>
                <a:gridCol w="1947672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问题概览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根因分析方法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改进措施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经验沉淀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关键帧重定位功能丢失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Excel 测试用例显示太杂，导致出现用例测试理解错误，将重定位测成了初始定位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使用用例阅读器工具，将用例拆解成一条一条的用例进行测试，规避此类问题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相似用例（定位 / 重定位类）必须逐条卡片化执行，已固化为标准执行方式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测试排期不准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1、rc 版本间出现重大问题未及时打回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2、测试内容评估不准，导致时间不足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1、出现重大问题直接版本打回，不再接受 test 包进行测试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2、使用人力排期表格记录每天实际投入人力，建立工业测试时间评估体系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版本打回红线 + 人力投入日记录，形成工业测试时间评估基线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17720"/>
            <a:ext cx="11274552" cy="1664208"/>
          </a:xfrm>
          <a:prstGeom prst="roundRect">
            <a:avLst>
              <a:gd name="adj" fmla="val 3297"/>
            </a:avLst>
          </a:prstGeom>
          <a:solidFill>
            <a:srgbClr val="2A2113"/>
          </a:solidFill>
          <a:ln w="12700">
            <a:solidFill>
              <a:srgbClr val="6B551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672584"/>
            <a:ext cx="64008" cy="1554480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1" name="Text 8"/>
          <p:cNvSpPr/>
          <p:nvPr/>
        </p:nvSpPr>
        <p:spPr>
          <a:xfrm>
            <a:off x="777240" y="4727448"/>
            <a:ext cx="10607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附加复盘 · 一次误报的教训（P-1 事件）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5074920"/>
            <a:ext cx="1069848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580644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沉淀规则：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改进闭环：措施落地情况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对照两大问题，逐项检查改进措施的落地状态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71600"/>
          <a:ext cx="11274552" cy="4078224"/>
        </p:xfrm>
        <a:graphic>
          <a:graphicData uri="http://schemas.openxmlformats.org/drawingml/2006/table">
            <a:tbl>
              <a:tblPr/>
              <a:tblGrid>
                <a:gridCol w="1463040"/>
                <a:gridCol w="3154680"/>
                <a:gridCol w="3977640"/>
                <a:gridCol w="2679192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改进前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落地状态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缺陷漏测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整表 Excel 逐行扫读，相似用例（初始定位 / 重定位）边界模糊，靠人眼区分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逐条卡片执行：大标题唯一聚焦、前置 / 步骤 / 预期结构化、标记留痕（现象 + 时间 + BugID + 人员），杜绝串行混淆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✔ 已落地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CA3B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餐饮 Ros 396 条实测全程使用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排期失准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打回机制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rc 版本间重大问题未及时打回，带病进入后续测试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设立红线：出现重大问题直接版本打回，不再接受 test 包进行测试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DE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✔ 制度已确立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CA3B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 v2.11.0-c1rc12 版本周期起执行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排期失准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工时评估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测试内容靠感觉评估，无人力投入数据，时间不足才发现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7E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人力排期表格记录每日实际投入人力，逐步建立工业测试时间评估体系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◐ 推进中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CA3B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表格已启用，评估基线持续积累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96128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0E2A38"/>
          </a:solidFill>
          <a:ln w="12700">
            <a:solidFill>
              <a:srgbClr val="1C5A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596128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测试用例阅读器 · 版本复盘 ｜ 配送业务线测试内部复盘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92240"/>
            <a:ext cx="4389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14C4AC"/>
          </a:solidFill>
        </p:spPr>
      </p:sp>
      <p:sp>
        <p:nvSpPr>
          <p:cNvPr id="5" name="Text 3"/>
          <p:cNvSpPr/>
          <p:nvPr/>
        </p:nvSpPr>
        <p:spPr>
          <a:xfrm>
            <a:off x="457200" y="384048"/>
            <a:ext cx="548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292608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版本节奏：v2.1 成果与后续规划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59536"/>
            <a:ext cx="10515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价值主轴：把单条执行摩擦压到最低（执行者视角）× 把质量状态可见性拉到最高（负责人视角）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93392"/>
            <a:ext cx="10515600" cy="0"/>
          </a:xfrm>
          <a:prstGeom prst="line">
            <a:avLst/>
          </a:prstGeom>
          <a:noFill/>
          <a:ln w="25400">
            <a:solidFill>
              <a:srgbClr val="2A4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1911096"/>
            <a:ext cx="164592" cy="164592"/>
          </a:xfrm>
          <a:prstGeom prst="ellipse">
            <a:avLst/>
          </a:prstGeom>
          <a:solidFill>
            <a:srgbClr val="14C4AC"/>
          </a:solidFill>
        </p:spPr>
      </p:sp>
      <p:sp>
        <p:nvSpPr>
          <p:cNvPr id="10" name="Text 8"/>
          <p:cNvSpPr/>
          <p:nvPr/>
        </p:nvSpPr>
        <p:spPr>
          <a:xfrm>
            <a:off x="91440" y="1481328"/>
            <a:ext cx="26517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2026-07-30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" y="2194560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深度体验与规划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" y="2487168"/>
            <a:ext cx="26517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餐饮Ros v2.10.0 文件 396 条 / 21 Sheet 实测，产出 11 项问题清单与 v2.x 规划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23944" y="1911096"/>
            <a:ext cx="164592" cy="164592"/>
          </a:xfrm>
          <a:prstGeom prst="ellipse">
            <a:avLst/>
          </a:prstGeom>
          <a:solidFill>
            <a:srgbClr val="14C4AC"/>
          </a:solidFill>
        </p:spPr>
      </p:sp>
      <p:sp>
        <p:nvSpPr>
          <p:cNvPr id="14" name="Text 12"/>
          <p:cNvSpPr/>
          <p:nvPr/>
        </p:nvSpPr>
        <p:spPr>
          <a:xfrm>
            <a:off x="2880360" y="1481328"/>
            <a:ext cx="26517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2026-07-31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2194560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P-1 误报复核关闭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80360" y="2487168"/>
            <a:ext cx="26517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确认系脚本取值错误；确立人工复现方可入单规则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12864" y="1911096"/>
            <a:ext cx="164592" cy="164592"/>
          </a:xfrm>
          <a:prstGeom prst="ellipse">
            <a:avLst/>
          </a:prstGeom>
          <a:solidFill>
            <a:srgbClr val="14C4AC"/>
          </a:solidFill>
        </p:spPr>
      </p:sp>
      <p:sp>
        <p:nvSpPr>
          <p:cNvPr id="18" name="Text 16"/>
          <p:cNvSpPr/>
          <p:nvPr/>
        </p:nvSpPr>
        <p:spPr>
          <a:xfrm>
            <a:off x="5669280" y="1481328"/>
            <a:ext cx="26517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2194560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执行摩擦降低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0" y="2487168"/>
            <a:ext cx="26517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顶栏重组、执行仪表盘等 P0 项落地（截图已验证）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701784" y="1911096"/>
            <a:ext cx="164592" cy="164592"/>
          </a:xfrm>
          <a:prstGeom prst="ellipse">
            <a:avLst/>
          </a:prstGeom>
          <a:solidFill>
            <a:srgbClr val="14C4AC"/>
          </a:solidFill>
        </p:spPr>
      </p:sp>
      <p:sp>
        <p:nvSpPr>
          <p:cNvPr id="22" name="Text 20"/>
          <p:cNvSpPr/>
          <p:nvPr/>
        </p:nvSpPr>
        <p:spPr>
          <a:xfrm>
            <a:off x="8458200" y="1481328"/>
            <a:ext cx="26517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2026-08-03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58200" y="2194560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本次复盘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8200" y="2487168"/>
            <a:ext cx="26517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确认两大问题闭环状态，锁定 v2.2 范围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3630168" cy="3017520"/>
          </a:xfrm>
          <a:prstGeom prst="roundRect">
            <a:avLst>
              <a:gd name="adj" fmla="val 2121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310128"/>
            <a:ext cx="3520440" cy="73152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27" name="Shape 25"/>
          <p:cNvSpPr/>
          <p:nvPr/>
        </p:nvSpPr>
        <p:spPr>
          <a:xfrm>
            <a:off x="685800" y="3529584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29584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v2.1 · 已落地验证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3986784"/>
            <a:ext cx="3172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把执行摩擦降到最低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31520" y="4443984"/>
            <a:ext cx="3099816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顶栏三组重排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执行仪表盘：四态占比 + 失败 TOP 模块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详情页可执行组置顶，只读预览收纳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「?」快捷键帮助入口 + 已保存指示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79392" y="3310128"/>
            <a:ext cx="3630168" cy="3017520"/>
          </a:xfrm>
          <a:prstGeom prst="roundRect">
            <a:avLst>
              <a:gd name="adj" fmla="val 2121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34256" y="3310128"/>
            <a:ext cx="3520440" cy="73152"/>
          </a:xfrm>
          <a:prstGeom prst="rect">
            <a:avLst/>
          </a:prstGeom>
          <a:solidFill>
            <a:srgbClr val="14C4AC"/>
          </a:solidFill>
        </p:spPr>
      </p:sp>
      <p:sp>
        <p:nvSpPr>
          <p:cNvPr id="33" name="Shape 31"/>
          <p:cNvSpPr/>
          <p:nvPr/>
        </p:nvSpPr>
        <p:spPr>
          <a:xfrm>
            <a:off x="4507992" y="3529584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4C4AC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3529584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v2.2 · 下一版本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07992" y="3986784"/>
            <a:ext cx="3172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让质量状态看得见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53712" y="4443984"/>
            <a:ext cx="3099816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多轮次对比视图（回归恶化一键过滤）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一键测试报告（Markdown / 打印 PDF）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失败快捷登记流 + 测试人员自动填充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撤销 / 批量标记 / 断点续测 / 虚拟滚动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01584" y="3310128"/>
            <a:ext cx="3630168" cy="3017520"/>
          </a:xfrm>
          <a:prstGeom prst="roundRect">
            <a:avLst>
              <a:gd name="adj" fmla="val 2121"/>
            </a:avLst>
          </a:prstGeom>
          <a:solidFill>
            <a:srgbClr val="142741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6448" y="3310128"/>
            <a:ext cx="3520440" cy="7315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9" name="Shape 37"/>
          <p:cNvSpPr/>
          <p:nvPr/>
        </p:nvSpPr>
        <p:spPr>
          <a:xfrm>
            <a:off x="8330184" y="3529584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9525">
            <a:solidFill>
              <a:srgbClr val="2A46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0184" y="3529584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v2.3 · 远景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30184" y="3986784"/>
            <a:ext cx="3172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锦上添花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75904" y="4443984"/>
            <a:ext cx="3099816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命令面板 Ctrl+K 全局搜索直达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BugID 链接化（Jira / 禅道 URL 模板）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执行计时统计、深色模式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C9D7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附件截图粘贴（技术评估后立项）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4937760" cy="4937760"/>
          </a:xfrm>
          <a:prstGeom prst="ellipse">
            <a:avLst/>
          </a:prstGeom>
          <a:ln w="1778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754880"/>
            <a:ext cx="2286000" cy="2286000"/>
          </a:xfrm>
          <a:prstGeom prst="ellipse">
            <a:avLst/>
          </a:prstGeom>
          <a:ln w="13970">
            <a:solidFill>
              <a:srgbClr val="14C4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5120640"/>
            <a:ext cx="3108960" cy="3108960"/>
          </a:xfrm>
          <a:prstGeom prst="ellipse">
            <a:avLst/>
          </a:prstGeom>
          <a:ln w="1524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把执行摩擦降到最低</a:t>
            </a:r>
            <a:endParaRPr lang="en-US" sz="3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把质量状态拉到最高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886200"/>
            <a:ext cx="9966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C4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测试用例阅读器 v2.x 改进主轴 ——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70916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 · 欢迎讨论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230368"/>
            <a:ext cx="9966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配送业务线测试组 ｜ 机器人软件测试工程师 ｜ 2026-08-03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3044</Words>
  <Application>WPS 演示</Application>
  <PresentationFormat>On-screen Show (16:9)</PresentationFormat>
  <Paragraphs>323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测试用例阅读器 · 版本复盘</dc:title>
  <dc:creator>配送业务线测试组</dc:creator>
  <dc:subject>配送业务线测试内部复盘</dc:subject>
  <cp:lastModifiedBy>WPS_1718775963</cp:lastModifiedBy>
  <cp:revision>4</cp:revision>
  <dcterms:created xsi:type="dcterms:W3CDTF">2026-08-03T10:12:00Z</dcterms:created>
  <dcterms:modified xsi:type="dcterms:W3CDTF">2026-08-03T10:37:02Z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ABB79E29B2E84C7ABB856DF4EFB7BF4F_12</vt:lpwstr>
  </property>
</Properties>
</file>